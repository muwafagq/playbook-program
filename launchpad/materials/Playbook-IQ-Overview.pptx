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Opening. Keep it to two sentences: what we do, and that we are in the Ministry of Sport track.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pilot offer — it costs them nothing and puts the burden of proof on 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A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737360"/>
            <a:ext cx="5669280" cy="5669280"/>
          </a:xfrm>
          <a:prstGeom prst="ellipse">
            <a:avLst/>
          </a:prstGeom>
          <a:solidFill>
            <a:srgbClr val="E85A2A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3108960" cy="3108960"/>
          </a:xfrm>
          <a:prstGeom prst="ellipse">
            <a:avLst/>
          </a:prstGeom>
          <a:solidFill>
            <a:srgbClr val="E85A2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PLAYBOOK-IQ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78892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E85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science lab and data department for football clubs and academies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FC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turn ordinary broadcast match footage into tactical intelligence — no cameras, no hardware at the ground, and no data analyst to hire.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760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8A84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MISK Launchpad  ·  Ministry of Sport SportTech Track  ·  Saudi Arabia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found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20700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4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customer discovery interviews across Saudi clubs and academies — analysts, coaches, scouts, a sporting director and a performance systems specialist.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5257800" cy="1828800"/>
          </a:xfrm>
          <a:prstGeom prst="roundRect">
            <a:avLst>
              <a:gd name="adj" fmla="val 3000"/>
            </a:avLst>
          </a:prstGeom>
          <a:solidFill>
            <a:srgbClr val="F7F5F3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258568"/>
            <a:ext cx="475488" cy="475488"/>
          </a:xfrm>
          <a:prstGeom prst="ellipse">
            <a:avLst/>
          </a:prstGeom>
          <a:solidFill>
            <a:srgbClr val="E85A2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258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203704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2B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club has game analysts.</a:t>
            </a:r>
            <a:endParaRPr lang="en-US" sz="14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2B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Almost none has a data analyst.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953512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analysis sits on video and graphics tools. The data layer beneath it does not exist.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965960"/>
            <a:ext cx="5257800" cy="1828800"/>
          </a:xfrm>
          <a:prstGeom prst="roundRect">
            <a:avLst>
              <a:gd name="adj" fmla="val 3000"/>
            </a:avLst>
          </a:prstGeom>
          <a:solidFill>
            <a:srgbClr val="F7F5F3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2258568"/>
            <a:ext cx="475488" cy="475488"/>
          </a:xfrm>
          <a:prstGeom prst="ellipse">
            <a:avLst/>
          </a:prstGeom>
          <a:solidFill>
            <a:srgbClr val="E85A2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0" y="2258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2203704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2B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match consumes</a:t>
            </a:r>
            <a:endParaRPr lang="en-US" sz="14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2B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 working day.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2953512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Set-up, clipping and manual editing, usually run by one person. Most matches are never properly analysed.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4023360"/>
            <a:ext cx="5257800" cy="1828800"/>
          </a:xfrm>
          <a:prstGeom prst="roundRect">
            <a:avLst>
              <a:gd name="adj" fmla="val 3000"/>
            </a:avLst>
          </a:prstGeom>
          <a:solidFill>
            <a:srgbClr val="F7F5F3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05840" y="4315968"/>
            <a:ext cx="475488" cy="475488"/>
          </a:xfrm>
          <a:prstGeom prst="ellipse">
            <a:avLst/>
          </a:prstGeom>
          <a:solidFill>
            <a:srgbClr val="E85A2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43159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4261104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2B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Hiring is not the answer,</a:t>
            </a:r>
            <a:endParaRPr lang="en-US" sz="14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2B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hiring is not possible.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5010912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Clubs we spoke to had repeatedly requested analysis staff and been refused.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4023360"/>
            <a:ext cx="5257800" cy="1828800"/>
          </a:xfrm>
          <a:prstGeom prst="roundRect">
            <a:avLst>
              <a:gd name="adj" fmla="val 3000"/>
            </a:avLst>
          </a:prstGeom>
          <a:solidFill>
            <a:srgbClr val="F7F5F3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0" y="4315968"/>
            <a:ext cx="475488" cy="475488"/>
          </a:xfrm>
          <a:prstGeom prst="ellipse">
            <a:avLst/>
          </a:prstGeom>
          <a:solidFill>
            <a:srgbClr val="E85A2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3680" y="43159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4261104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2B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decisions rest on</a:t>
            </a:r>
            <a:endParaRPr lang="en-US" sz="14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2B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administrative records.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5010912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Attendance, minutes, injuries — nothing describing what actually happened on the pitch.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6053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not ambition or budget. Nobody supplies the performance data — and nobody at these clubs has the time or training to produce it.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sit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28016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E85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the data layer beneath the analysis department — not a replacement for it.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28600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55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Coaches and analysts keep doing their work. We supply the structured tactical intelligence they have never had access to — delivered as conclusions rather than dashboards, in Arabic and English, with no interpretation required and no new hire.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20840" y="1874520"/>
            <a:ext cx="4754880" cy="1097280"/>
          </a:xfrm>
          <a:prstGeom prst="roundRect">
            <a:avLst>
              <a:gd name="adj" fmla="val 5000"/>
            </a:avLst>
          </a:prstGeom>
          <a:solidFill>
            <a:srgbClr val="F7F5F3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995160" y="20574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Club leadership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995160" y="24414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on players, squads and value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720840" y="3200400"/>
            <a:ext cx="4754880" cy="1097280"/>
          </a:xfrm>
          <a:prstGeom prst="roundRect">
            <a:avLst>
              <a:gd name="adj" fmla="val 5000"/>
            </a:avLst>
          </a:prstGeom>
          <a:solidFill>
            <a:srgbClr val="F7F5F3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995160" y="33832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&amp; scouting department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995160" y="37673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Coaches, game analysts, scouts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720840" y="4526280"/>
            <a:ext cx="4754880" cy="1097280"/>
          </a:xfrm>
          <a:prstGeom prst="roundRect">
            <a:avLst>
              <a:gd name="adj" fmla="val 5000"/>
            </a:avLst>
          </a:prstGeom>
          <a:solidFill>
            <a:srgbClr val="E85A2A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995160" y="470916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Playbook-IQ  ·  the data layer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995160" y="50932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footage in. Tactical intelligence out.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 rot="10800000">
            <a:off x="8942832" y="3035808"/>
            <a:ext cx="310896" cy="237744"/>
          </a:xfrm>
          <a:prstGeom prst="triangle">
            <a:avLst/>
          </a:prstGeom>
          <a:solidFill>
            <a:srgbClr val="C9C2BE"/>
          </a:solidFill>
          <a:ln/>
        </p:spPr>
      </p:sp>
      <p:sp>
        <p:nvSpPr>
          <p:cNvPr id="15" name="Shape 13"/>
          <p:cNvSpPr/>
          <p:nvPr/>
        </p:nvSpPr>
        <p:spPr>
          <a:xfrm rot="10800000">
            <a:off x="8942832" y="4361688"/>
            <a:ext cx="310896" cy="237744"/>
          </a:xfrm>
          <a:prstGeom prst="triangle">
            <a:avLst/>
          </a:prstGeom>
          <a:solidFill>
            <a:srgbClr val="C9C2BE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defines the approach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85800" y="1600200"/>
            <a:ext cx="3429000" cy="4206240"/>
          </a:xfrm>
          <a:prstGeom prst="roundRect">
            <a:avLst>
              <a:gd name="adj" fmla="val 1600"/>
            </a:avLst>
          </a:prstGeom>
          <a:solidFill>
            <a:srgbClr val="F7F5F3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51560" y="1965960"/>
            <a:ext cx="566928" cy="566928"/>
          </a:xfrm>
          <a:prstGeom prst="ellipse">
            <a:avLst/>
          </a:prstGeom>
          <a:solidFill>
            <a:srgbClr val="E85A2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7889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B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Curation over volume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370332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6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platforms bury clubs in numbers. Our work is separating the metrics that matter from the noise — a small, carefully chosen set, developed with sports science partners.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70832" y="1600200"/>
            <a:ext cx="3429000" cy="4206240"/>
          </a:xfrm>
          <a:prstGeom prst="roundRect">
            <a:avLst>
              <a:gd name="adj" fmla="val 1600"/>
            </a:avLst>
          </a:prstGeom>
          <a:solidFill>
            <a:srgbClr val="F7F5F3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36592" y="1965960"/>
            <a:ext cx="566928" cy="566928"/>
          </a:xfrm>
          <a:prstGeom prst="ellipse">
            <a:avLst/>
          </a:prstGeom>
          <a:solidFill>
            <a:srgbClr val="E85A2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36592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736592" y="27889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B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Conclusions, not dashboards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736592" y="370332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6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tells a coach what happened and what was wrong with it, in a sentence he can act on. It requires no analytics vocabulary and no one to interpret it.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55864" y="1600200"/>
            <a:ext cx="3429000" cy="4206240"/>
          </a:xfrm>
          <a:prstGeom prst="roundRect">
            <a:avLst>
              <a:gd name="adj" fmla="val 1600"/>
            </a:avLst>
          </a:prstGeom>
          <a:solidFill>
            <a:srgbClr val="F7F5F3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21624" y="1965960"/>
            <a:ext cx="566928" cy="566928"/>
          </a:xfrm>
          <a:prstGeom prst="ellipse">
            <a:avLst/>
          </a:prstGeom>
          <a:solidFill>
            <a:srgbClr val="E85A2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21624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421624" y="27889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B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Arabic-first, built for this region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421624" y="370332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6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translated interface. A product designed for how clubs here actually work, in the language they work in.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6053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football science — for every academy, every player, no matter the level.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it is for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85800" y="1463040"/>
            <a:ext cx="5394960" cy="2057400"/>
          </a:xfrm>
          <a:prstGeom prst="roundRect">
            <a:avLst>
              <a:gd name="adj" fmla="val 2667"/>
            </a:avLst>
          </a:prstGeom>
          <a:solidFill>
            <a:srgbClr val="F7F5F3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00584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5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10312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5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academies and mid-league clubs across the GCC that develop and sell players — priced out of building a data department, and underserved by platforms designed for Tier-1 European budgets.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3703320"/>
            <a:ext cx="5394960" cy="1691640"/>
          </a:xfrm>
          <a:prstGeom prst="roundRect">
            <a:avLst>
              <a:gd name="adj" fmla="val 3243"/>
            </a:avLst>
          </a:prstGeom>
          <a:solidFill>
            <a:srgbClr val="F7F5F3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005840" y="3950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5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315968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5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Scouting operations and player representation, where evidence of development carries direct commercial value.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720840" y="5486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2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6720840" y="1600200"/>
            <a:ext cx="4754880" cy="1078992"/>
          </a:xfrm>
          <a:prstGeom prst="roundRect">
            <a:avLst>
              <a:gd name="adj" fmla="val 5085"/>
            </a:avLst>
          </a:prstGeom>
          <a:solidFill>
            <a:srgbClr val="1C1A19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040880" y="176479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5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product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218541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C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on real Saudi league footage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720840" y="2898648"/>
            <a:ext cx="4754880" cy="1078992"/>
          </a:xfrm>
          <a:prstGeom prst="roundRect">
            <a:avLst>
              <a:gd name="adj" fmla="val 5085"/>
            </a:avLst>
          </a:prstGeom>
          <a:solidFill>
            <a:srgbClr val="1C1A19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040880" y="306324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5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interviews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040880" y="348386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C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across Saudi clubs and academies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720840" y="4197096"/>
            <a:ext cx="4754880" cy="1078992"/>
          </a:xfrm>
          <a:prstGeom prst="roundRect">
            <a:avLst>
              <a:gd name="adj" fmla="val 5085"/>
            </a:avLst>
          </a:prstGeom>
          <a:solidFill>
            <a:srgbClr val="1C1A19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040880" y="436168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5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Accelerator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040880" y="478231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C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MISK Launchpad, Ministry of Sport track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720840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8A84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Actively seeking pilot partners and introductions to academy leadership.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A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023360"/>
            <a:ext cx="5120640" cy="5120640"/>
          </a:xfrm>
          <a:prstGeom prst="ellipse">
            <a:avLst/>
          </a:prstGeom>
          <a:solidFill>
            <a:srgbClr val="E85A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7315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are looking for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1938528"/>
            <a:ext cx="603504" cy="603504"/>
          </a:xfrm>
          <a:prstGeom prst="ellipse">
            <a:avLst/>
          </a:prstGeom>
          <a:solidFill>
            <a:srgbClr val="E85A2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385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8470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clubs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33172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CFC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us one match. We will analyse it and share the output — no commitment, no cost.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3310128"/>
            <a:ext cx="603504" cy="603504"/>
          </a:xfrm>
          <a:prstGeom prst="ellipse">
            <a:avLst/>
          </a:prstGeom>
          <a:solidFill>
            <a:srgbClr val="E85A2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3101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32186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370332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CFC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academy directors, technical directors and federations in the region.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4681728"/>
            <a:ext cx="603504" cy="603504"/>
          </a:xfrm>
          <a:prstGeom prst="ellipse">
            <a:avLst/>
          </a:prstGeom>
          <a:solidFill>
            <a:srgbClr val="E85A2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6817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45902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 relationships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507492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CFC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people who know how performance systems are actually built and run in this market.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8704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Muwafag Hussain  ·  Founder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6217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4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 performance analyst  ·  Tactical analysis diploma, Barça Innovation Hub  ·  playbookiq.ai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2026-09-17T13:38:29Z</dcterms:created>
  <dcterms:modified xsi:type="dcterms:W3CDTF">2026-09-17T13:38:29Z</dcterms:modified>
</cp:coreProperties>
</file>